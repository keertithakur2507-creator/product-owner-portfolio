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317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frameworks to be validated  |  Reported facts only: no revenue, ROI or conversion % claimed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463040"/>
            <a:ext cx="3108960" cy="3108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 |  AGRAWAL BUILDERS, BHOPAL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Lead-to-Site-Visit: PRD, Hypotheses &amp; GTM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contributed to 13 project closures (5 residential + 8 commercial)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5669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research from zero: 8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  Frame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Interview owners and sales leads: price bands, unsold inventory, objections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  Desk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Map Bhopal micro-markets; benchmark 10+ rival projects on price, amenities, RERA, possession</a:t>
            </a:r>
            <a:endParaRPr lang="en-US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  Field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Mystery-shop rival sites; call 30 past enquiries; interview 10 buyers and brokers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0848" y="1517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6-8  Synthesize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1938528"/>
            <a:ext cx="22494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residential vs commercial; rank trust drivers; choose positioning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family buyer and commercial investor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quality home or yielding space in a trusted location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delivery and amenities, slow follow-up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to validate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846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(if / then)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validate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messaging is project-specific (location, RERA, possession), more enquiries agree to a site visit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Enquiry-to-visit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ad and WhatsApp copy 2 weeks; stop if no lift after 100 enquiries per arm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every enquiry gets a call within 30 min plus 3-touch follow-up, drop-off falls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fast vs slow cohorts weekly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end-use (residential) and ROI (commercial) journeys raise qualified visits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visit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landing pages and scripts; review at 4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PRD: Lead-to-Site-Visit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arrive by call, ads and brokers with no qualification or tracking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more qualified site visits and clear pipeline visibility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7648" y="151790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(must-have)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193852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with source tag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scorecard: budget, timeline, use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booking, reminder and outcome log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 capture and score a lead to prioritise calls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see next action per lead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book a visit in two taps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3986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and non-goals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4407408"/>
            <a:ext cx="5129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Enquiry-to-visit, visit-to-negotiation, response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now: full CRM build, payments, 3D tours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leads and responses from the target audience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get a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and Google 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Project-specific creatives with click-to-WhatsApp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Auto-reply with brochure; call within 30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Hoardings, QR and brokers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to enquiry form; broker one-pager and referral terms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lead status update to broker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buyers and referrals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invite after possession or closure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call from sales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Open-house weekends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 walk-through slots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form; follow-up within 24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journey and techniques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ads, hoardings, brokers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Reach, cost per lead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606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6606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578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Click-to-call, WhatsApp, 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606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Enquiries by source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on budget, timeline, use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Qualified 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234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234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206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booking and walk-through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9234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Visit 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54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and Closure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55480" y="1965960"/>
            <a:ext cx="2103120" cy="123444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65208" y="20574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plan, objection guide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Closures (13 reported)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applied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before chasing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sends sales time to buyers ready to visit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48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759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lead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4759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first call and fixed 3-touch follow-up keep leads warm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0" y="4480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47888" y="4626864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library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504748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Field-call objections become scripts and one-pagers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1_Real_Estate_Agrawal_Builders">
  <a:themeElements>
    <a:clrScheme name="01_Real_Estate_Agrawal_Builders">
      <a:dk1>
        <a:srgbClr val="222222"/>
      </a:dk1>
      <a:lt1>
        <a:srgbClr val="FFFFFF"/>
      </a:lt1>
      <a:dk2>
        <a:srgbClr val="123B4A"/>
      </a:dk2>
      <a:lt2>
        <a:srgbClr val="F1F4F7"/>
      </a:lt2>
      <a:accent1>
        <a:srgbClr val="123B4A"/>
      </a:accent1>
      <a:accent2>
        <a:srgbClr val="E9A23B"/>
      </a:accent2>
      <a:accent3>
        <a:srgbClr val="6B7785"/>
      </a:accent3>
      <a:accent4>
        <a:srgbClr val="D5DAE0"/>
      </a:accent4>
      <a:accent5>
        <a:srgbClr val="E9A23B"/>
      </a:accent5>
      <a:accent6>
        <a:srgbClr val="123B4A"/>
      </a:accent6>
      <a:hlink>
        <a:srgbClr val="E9A23B"/>
      </a:hlink>
      <a:folHlink>
        <a:srgbClr val="123B4A"/>
      </a:folHlink>
    </a:clrScheme>
    <a:fontScheme name="01_Real_Estate_Agrawal_Build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534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 SemiBold SemiConden</vt:lpstr>
      <vt:lpstr>Calibri</vt:lpstr>
      <vt:lpstr>Cambria</vt:lpstr>
      <vt:lpstr>01_Real_Estate_Agrawal_Builders</vt:lpstr>
      <vt:lpstr>PowerPoint Presentation</vt:lpstr>
      <vt:lpstr>Market research from zero: 8 weeks</vt:lpstr>
      <vt:lpstr>Hypotheses to validate</vt:lpstr>
      <vt:lpstr>PRD: Lead-to-Site-Visit</vt:lpstr>
      <vt:lpstr>Getting leads and responses from the target audience</vt:lpstr>
      <vt:lpstr>Go-to-market journey and techniques applied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shruti thakur</cp:lastModifiedBy>
  <cp:revision>2</cp:revision>
  <dcterms:created xsi:type="dcterms:W3CDTF">2026-10-27T13:46:18Z</dcterms:created>
  <dcterms:modified xsi:type="dcterms:W3CDTF">2026-10-27T14:04:21Z</dcterms:modified>
</cp:coreProperties>
</file>