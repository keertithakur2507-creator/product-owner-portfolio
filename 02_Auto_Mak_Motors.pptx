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574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2B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0292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frameworks to be validated  |  Reported facts only: no revenue, ROI or conversion % claimed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1463040"/>
            <a:ext cx="3108960" cy="31089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0" y="14630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2B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MANUFACTURING  |  MAK MOTORS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B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Catalogue &amp; Channel Enquiry: PRD, Hypotheses &amp; GTM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Reported: product, branding and GTM work for batteries and tool kits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research from zero: 8 weeks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17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1-2  Frame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1938528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founder, sales and dispatch: top SKUs, margins, stock-outs, returns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3008" y="1517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2-4  Desk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93008" y="1938528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rival brands on price, warranty, SKU range and dealer margin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81928" y="1517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4-6  Field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81928" y="1938528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15+ retailers and workshops: what they stock and why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6968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70848" y="1517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6-8  Synthesize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070848" y="1938528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retailer, workshop, distributor; find spec-sheet gaps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572000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754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or workshop owner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4754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reliable batteries and kits that sell and do not come back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4754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specs, warranty confusion, uncertain availability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 to validate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48463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 (if / then)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validate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AM-01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Tailored product sheets (fitment, warranty) raise qualified channel enquiries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 enquiries per 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sheet vs generic promo to two retailer groups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AM-02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vehicle-to-battery suitability guide shortens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from enquiry to quote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quote time before and after guide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AM-03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Showing availability and lead time lifts quote-to-order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Quote-to-order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stock signal to quotes for one territory 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PRD: Catalogue &amp; Channel Enquiry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1790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goal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1938528"/>
            <a:ext cx="5129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cannot quickly see fit, price tier or availability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faster, qualified enquiries and quotes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27648" y="151790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(must-have)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1938528"/>
            <a:ext cx="5129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catalogue by vehicle, AH, kit use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form with lead routing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status tracking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840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398678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4407408"/>
            <a:ext cx="5129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Retailer: find the right battery in 3 taps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Salesperson: see enquiry plus availability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view the pipeline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398678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and non-goals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4407408"/>
            <a:ext cx="5129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enquiries, first-response time, quote-to-order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now: ERP, inventory system, manufacturing execution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leads and responses from the target audience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technique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get a response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Retailer and workshop visits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Territory beat plan; demo kit and product sheet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catalogue left behind; follow-up in 48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catalogue broadcast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 segmented by retailer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Click-to-enquire; reply within 1 hour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Distributor and dealer referrals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margin and joint visits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scorecard shared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fairs and auto markets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demo and sample kits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Scan-to-capture; call within 24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 journey and techniques applied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103120" cy="594360"/>
          </a:xfrm>
          <a:prstGeom prst="rect">
            <a:avLst/>
          </a:prstGeom>
          <a:solidFill>
            <a:srgbClr val="2B2D33"/>
          </a:solidFill>
          <a:ln w="12700">
            <a:solidFill>
              <a:srgbClr val="2B2D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beats, WhatsApp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Outlets reached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66060" y="1371600"/>
            <a:ext cx="2103120" cy="594360"/>
          </a:xfrm>
          <a:prstGeom prst="rect">
            <a:avLst/>
          </a:prstGeom>
          <a:solidFill>
            <a:srgbClr val="2B2D33"/>
          </a:solidFill>
          <a:ln w="12700">
            <a:solidFill>
              <a:srgbClr val="2B2D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606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Enquiry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6606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7578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and form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6606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Qualified enquiries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2103120" cy="594360"/>
          </a:xfrm>
          <a:prstGeom prst="rect">
            <a:avLst/>
          </a:prstGeom>
          <a:solidFill>
            <a:srgbClr val="2B2D33"/>
          </a:solidFill>
          <a:ln w="12700">
            <a:solidFill>
              <a:srgbClr val="2B2D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3892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Sample, spec sheet, fitment guide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Samples to quotes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92340" y="1371600"/>
            <a:ext cx="2103120" cy="594360"/>
          </a:xfrm>
          <a:prstGeom prst="rect">
            <a:avLst/>
          </a:prstGeom>
          <a:solidFill>
            <a:srgbClr val="2B2D33"/>
          </a:solidFill>
          <a:ln w="12700">
            <a:solidFill>
              <a:srgbClr val="2B2D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234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Talk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9234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206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tiers, credit, warranty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9234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Quote-to-order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555480" y="1371600"/>
            <a:ext cx="2103120" cy="594360"/>
          </a:xfrm>
          <a:prstGeom prst="rect">
            <a:avLst/>
          </a:prstGeom>
          <a:solidFill>
            <a:srgbClr val="2B2D33"/>
          </a:solidFill>
          <a:ln w="12700">
            <a:solidFill>
              <a:srgbClr val="2B2D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5548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and Repeat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55548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6520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check, reorder reminder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Repeat order rate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 applied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02920" y="44805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" y="4626864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the channel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" y="5047488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Retailers, workshops, distributors get different sheets and follow-up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74820" y="44805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75988" y="4626864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first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475988" y="5047488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Fitment and warranty lead every product sheet to cut back-and-forth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046720" y="44805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47888" y="4626864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rhythm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247888" y="5047488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check-ins and reminders build repeat orders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2_Auto_Mak_Motors">
  <a:themeElements>
    <a:clrScheme name="02_Auto_Mak_Motors">
      <a:dk1>
        <a:srgbClr val="222222"/>
      </a:dk1>
      <a:lt1>
        <a:srgbClr val="FFFFFF"/>
      </a:lt1>
      <a:dk2>
        <a:srgbClr val="2B2D33"/>
      </a:dk2>
      <a:lt2>
        <a:srgbClr val="F1F4F7"/>
      </a:lt2>
      <a:accent1>
        <a:srgbClr val="2B2D33"/>
      </a:accent1>
      <a:accent2>
        <a:srgbClr val="E4572E"/>
      </a:accent2>
      <a:accent3>
        <a:srgbClr val="6B7785"/>
      </a:accent3>
      <a:accent4>
        <a:srgbClr val="D5DAE0"/>
      </a:accent4>
      <a:accent5>
        <a:srgbClr val="E4572E"/>
      </a:accent5>
      <a:accent6>
        <a:srgbClr val="2B2D33"/>
      </a:accent6>
      <a:hlink>
        <a:srgbClr val="E4572E"/>
      </a:hlink>
      <a:folHlink>
        <a:srgbClr val="2B2D33"/>
      </a:folHlink>
    </a:clrScheme>
    <a:fontScheme name="02_Auto_Mak_Moto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Microsoft Office PowerPoint</Application>
  <PresentationFormat>Widescreen</PresentationFormat>
  <Paragraphs>101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02_Auto_Mak_Motors</vt:lpstr>
      <vt:lpstr>PowerPoint Presentation</vt:lpstr>
      <vt:lpstr>Market research from zero: 8 weeks</vt:lpstr>
      <vt:lpstr>Hypotheses to validate</vt:lpstr>
      <vt:lpstr>PRD: Catalogue &amp; Channel Enquiry</vt:lpstr>
      <vt:lpstr>Getting leads and responses from the target audience</vt:lpstr>
      <vt:lpstr>Go-to-market journey and techniques applied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shruti thakur</cp:lastModifiedBy>
  <cp:revision>2</cp:revision>
  <dcterms:created xsi:type="dcterms:W3CDTF">2026-10-27T13:46:19Z</dcterms:created>
  <dcterms:modified xsi:type="dcterms:W3CDTF">2026-10-27T14:04:54Z</dcterms:modified>
</cp:coreProperties>
</file>